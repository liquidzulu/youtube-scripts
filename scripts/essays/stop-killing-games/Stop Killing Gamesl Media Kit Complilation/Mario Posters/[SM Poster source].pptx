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65" r:id="rId17"/>
    <p:sldId id="266" r:id="rId18"/>
    <p:sldId id="267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>
      <p:cViewPr varScale="1">
        <p:scale>
          <a:sx n="76" d="100"/>
          <a:sy n="76" d="100"/>
        </p:scale>
        <p:origin x="156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60B07-EF6E-4029-9A2A-0DC45B878D1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9BE57-9FEC-4FF4-8EC3-2EDF53BF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2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146ec22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1146ec22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146ec220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1146ec220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146ec220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1146ec220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22F940-9711-44D0-816D-FA5ED131522C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314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A0471-51AE-4D97-860A-8AB02AF61C8A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9EE99-943F-44FA-B41C-EDC84264E0E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970436" y="0"/>
            <a:ext cx="7030564" cy="6901139"/>
            <a:chOff x="970436" y="0"/>
            <a:chExt cx="7030564" cy="6901139"/>
          </a:xfrm>
        </p:grpSpPr>
        <p:pic>
          <p:nvPicPr>
            <p:cNvPr id="4" name="Picture 3" descr="rallyposte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195232"/>
              <a:ext cx="6572296" cy="874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What if this were the first thing you saw, after booting up super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mario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bros on the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nes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?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84848"/>
              <a:ext cx="6572296" cy="429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chemeClr val="bg1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This game requires a TCP/IP Connection to play.</a:t>
              </a:r>
            </a:p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chemeClr val="bg1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Please contact your internet service provider.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0436" y="5661248"/>
              <a:ext cx="7030564" cy="1239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This is the future of gaming, and ownership.</a:t>
              </a:r>
            </a:p>
            <a:p>
              <a:pPr algn="ctr">
                <a:lnSpc>
                  <a:spcPct val="150000"/>
                </a:lnSpc>
              </a:pPr>
              <a:r>
                <a:rPr lang="en-US" sz="13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Take action now at stopkillinggames.com</a:t>
              </a:r>
            </a:p>
            <a:p>
              <a:pPr algn="ctr">
                <a:lnSpc>
                  <a:spcPct val="150000"/>
                </a:lnSpc>
              </a:pPr>
              <a:endParaRPr lang="en-US" sz="13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285728"/>
              <a:ext cx="6572296" cy="2539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Every year, dozens of video games are killed due to publisher greed, tax write-offs, and planned obsolescence.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It is estimated that less than 3% of shut </a:t>
              </a:r>
              <a:r>
                <a:rPr lang="en-US" sz="105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down paid 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 games are playable.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We can prevent this.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47923"/>
              <a:ext cx="6572296" cy="3200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More and more video games are relying on connecting to a central server, which renders the game unplayable after the company shuts it down, while keeping customers’ money.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There is direct democratic action in the European Union and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uk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to require game companies to make their games playable. </a:t>
              </a: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Visit StopKillingGames.com to sign and learn more.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With your help, our games will be available for future generations to play.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2984567"/>
              <a:ext cx="6572296" cy="22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GAME OVER</a:t>
              </a:r>
            </a:p>
          </p:txBody>
        </p:sp>
      </p:grpSp>
      <p:pic>
        <p:nvPicPr>
          <p:cNvPr id="2" name="Picture 1" descr="A qr code on a white square&#10;&#10;Description automatically generated">
            <a:extLst>
              <a:ext uri="{FF2B5EF4-FFF2-40B4-BE49-F238E27FC236}">
                <a16:creationId xmlns:a16="http://schemas.microsoft.com/office/drawing/2014/main" id="{BB1E7DD3-091F-6BD3-8B85-0F8820D06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49" y="2102582"/>
            <a:ext cx="1516499" cy="1516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2976" y="0"/>
            <a:ext cx="6858048" cy="6858000"/>
            <a:chOff x="1142976" y="0"/>
            <a:chExt cx="6858048" cy="6858000"/>
          </a:xfrm>
        </p:grpSpPr>
        <p:pic>
          <p:nvPicPr>
            <p:cNvPr id="4" name="Picture 3" descr="rallyposter3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142976" y="322790"/>
              <a:ext cx="3143272" cy="681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If these weren’t preserved...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752" y="322790"/>
              <a:ext cx="3143272" cy="681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...would these even exist?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4357694"/>
              <a:ext cx="6572296" cy="1570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 game preservation means that future generations get to enjoy the games we love.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Don’t let the lights out.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VISIT STOPKILLINGGAMES.EU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195232"/>
              <a:ext cx="657229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Ποια θα ηταν η αντιδραση σου εαν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kata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thn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πρωτη εκκινηση του 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super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mario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bros 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Στο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nintendo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nes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, το πρωτο πραγ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 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που αντικριζεσ θα ηταν το παρακατω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mynhma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;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84848"/>
              <a:ext cx="6572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This game requires a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tcp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/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ip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connection.</a:t>
              </a:r>
            </a:p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Please contact your internet service provider.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5643578"/>
              <a:ext cx="6572296" cy="1142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l-GR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Αυτο ειναι το 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</a:t>
              </a:r>
              <a:r>
                <a:rPr lang="el-GR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ελλον του 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gaming!!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Λαβε δραση στο 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stopkillinggames.eu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143000" y="0"/>
            <a:ext cx="6858000" cy="6858024"/>
            <a:chOff x="1143000" y="0"/>
            <a:chExt cx="6858000" cy="6858024"/>
          </a:xfrm>
        </p:grpSpPr>
        <p:pic>
          <p:nvPicPr>
            <p:cNvPr id="4" name="Picture 3" descr="rallyposter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89695"/>
              <a:ext cx="6572296" cy="2839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Πολλα βιντεοπαιχνιδια οδηγουνται υπο εξαφανιση καθε χρονο.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Ση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ερα Εκτι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matai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GB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oti</a:t>
              </a:r>
              <a:r>
                <a:rPr lang="en-GB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το 87% των βιντεοπαιχνιδιων ΕΙΝΑΙ ΣΕ ΜΗ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λειτουργΙΚΗ ΚΑΤΑΣΤΑΣΗ και δεν 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πορΟΥΝ να αναπαραχθΟΥΝ ΜΕ ΚΑΝΕΝΑΝ ΤΡΟΠΟ.</a:t>
              </a:r>
              <a:endParaRPr lang="en-US" sz="1050" dirty="0">
                <a:solidFill>
                  <a:srgbClr val="FFFF00"/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l-GR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ΑΥΤΟ ΜΠΟΡΟΥΜΕ ΝΑ ΤΟ ΑΠΟΦΥΓΟΥΜΕ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!!!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857203"/>
              <a:ext cx="6572296" cy="300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ΕΝΑΣ ΟΛΟΕΝΑ ΑΥΞΑΝΟΜΕΝΟΣ ΑΡΙΘΜΟΣ ΒΙΝΤΕΟΠΑΙΧΝΙΔΙΩΝ ΑΠΑΙΤΕΙ ΣΥΝΔΕΣΗ ΣΕ 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SERVER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ΤΟΥ ΕΚΔΟΤΗ ΓΙΑ ΝΑ ΛΕΙΤΟΥΡΓΗΣΕΙ. ΕΑΝ Ο ΕΚΔΟΤΗΣ ΤΕΡΜΑΤΙΣΕΙ ΤΟ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 SERVER, 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ΤΟΤΕ ΤΟ ΠΑΙΧΝΙΔΙ ΑΧΡΗΣΤΕΥΕΤΑΙ.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l-GR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ΣΤΗΝ ΕΥΡΩΠΑΪΚΗ ΕΝΩΣΗ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ΕΧΟΥΝ ΚΙΝΗΘΕΙ ΝΟΜΙΚΕΣ ΔΙΑΔΙΚΑΣΙΕΣ ΓΙΑ ΤΗΝ ΔΙΑΤΗΡΗΣΗ ΤΩΝ ΒΙΝΤΕΟΠΑΙΧΝΙΔΙΩΝ.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Επισκευτειτε το 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stopkillinggames.eu 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για να 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θετε περισσοτερα.</a:t>
              </a:r>
              <a:endParaRPr lang="en-US" sz="1050" dirty="0">
                <a:solidFill>
                  <a:srgbClr val="FFFF00"/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3042683"/>
              <a:ext cx="6572296" cy="22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GAME OVER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3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14414" y="322790"/>
              <a:ext cx="32861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Εαν αυτοι οι τιτλοι δεν ειχαν διατηρηθει...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929190" y="322790"/>
              <a:ext cx="3000396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θα ειχαν υπαρξει οι παρακατω;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4357694"/>
              <a:ext cx="6572296" cy="2354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Διατηρωντασ τα βιντεοπαιχιδια δυνεται η δυνατοτητα στισ</a:t>
              </a:r>
              <a:r>
                <a:rPr lang="en-GB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M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ελλοντικεσ γενιεσ να τα χαρουν 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me 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τον ιδιο τροπο που ε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me</a:t>
              </a:r>
              <a:r>
                <a:rPr lang="el-GR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ισ τα αγαπα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GB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mhn</a:t>
              </a:r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l-GR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χανεισ την ελπιδα!!</a:t>
              </a:r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</a:t>
              </a:r>
              <a:r>
                <a:rPr lang="el-GR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Πεσ στο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STOPKILLINGGAMES.EU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195232"/>
              <a:ext cx="6572296" cy="1019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TU COME AVRESTI REAGITO SE AVVIANDO PER LA PRIMA VOLTA SUPER MARIO BROS </a:t>
              </a:r>
              <a:r>
                <a:rPr lang="en-US" sz="105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SUL NES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, LA PRIMA COSA CHE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AVESsI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VISTO fosse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stata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QUESTA NOTIFICA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suLLA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SCHERMATA PRINCIPALE?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84848"/>
              <a:ext cx="6572296" cy="613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QUESTO GIOCO RICHIEDE UNA CONNESSIONE TCP/IP.</a:t>
              </a:r>
            </a:p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La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pregiamo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contattare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il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suo</a:t>
              </a: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FORNITORE </a:t>
              </a:r>
            </a:p>
            <a:p>
              <a:pPr algn="ctr">
                <a:lnSpc>
                  <a:spcPct val="150000"/>
                </a:lnSpc>
              </a:pPr>
              <a:r>
                <a:rPr lang="en-US" sz="8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 SERVIZI INTERNET.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5643578"/>
              <a:ext cx="6572296" cy="1142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Questo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e’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il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futuro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del gaming!!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Intervieni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ora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SU stopkillinggames.eu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285728"/>
              <a:ext cx="6572296" cy="2354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OGNI ANNO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Tantissimi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videogiochi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PRENDONO LA via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Dell’estinzione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SI STIMA CHE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Piu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’ del 87%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dei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videogiochi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sIANO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AL MOMENTO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ingiocabili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Questo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lo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possiamo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impedire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!!!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785765"/>
              <a:ext cx="6572296" cy="300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Un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numero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crescente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videogiochi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NECESSITA DELLA CONNESSIONE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aD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un server per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essere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funzionantE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 Se l’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editore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arresta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il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server,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il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videogioco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diventa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inoperativo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NELL’ UNIONE EUROPEA E’ IN CORSO UN’ AZIONE LEGALE PER PRESERVARE I VIDEOGIOCHI. VISITA STOPKILLINGGAMES.EU PER FIRMARE L’ INIZIATIVA ED INFORMARTI DI PIU’.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CON IL TUO AIUTO, I VIDEOGIOCHI POTRANNO ESSERE DISPONIBILI ALLE PROSSIME GENERAZIONI.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2984567"/>
              <a:ext cx="6572296" cy="22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GAME OVER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2976" y="0"/>
            <a:ext cx="6858048" cy="6858000"/>
            <a:chOff x="1142976" y="0"/>
            <a:chExt cx="6858048" cy="6858000"/>
          </a:xfrm>
        </p:grpSpPr>
        <p:pic>
          <p:nvPicPr>
            <p:cNvPr id="4" name="Picture 3" descr="rallyposter3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142976" y="322790"/>
              <a:ext cx="3143272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SE QUESTI NON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Fossero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stati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PRESERVATi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752" y="322790"/>
              <a:ext cx="3143272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Sarebbero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esistiti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questi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???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4357694"/>
              <a:ext cx="6572296" cy="2354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PRESERVARE I VIDEOGIOCHI SIGNIFICA CHE LE FUTURE GENERAZIONI AVRANO L’ OPPORTUNITA’ DI GODERE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deI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VIDEOGIOCHI CHE TUTTI NOI AMIAMO.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NON PERDERE LA SPERANZA!!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VISITA STOPKILLINGGAMES.EU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1146ec220c_0_0"/>
          <p:cNvGrpSpPr/>
          <p:nvPr/>
        </p:nvGrpSpPr>
        <p:grpSpPr>
          <a:xfrm>
            <a:off x="970436" y="0"/>
            <a:ext cx="7030564" cy="6953869"/>
            <a:chOff x="970436" y="0"/>
            <a:chExt cx="7030564" cy="6953869"/>
          </a:xfrm>
        </p:grpSpPr>
        <p:pic>
          <p:nvPicPr>
            <p:cNvPr id="166" name="Google Shape;166;g31146ec220c_0_0" descr="rallyposter1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0" y="0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g31146ec220c_0_0"/>
            <p:cNvSpPr txBox="1"/>
            <p:nvPr/>
          </p:nvSpPr>
          <p:spPr>
            <a:xfrm>
              <a:off x="1285852" y="195232"/>
              <a:ext cx="6572400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Co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gdyby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to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była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pierwsza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rzecz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jaką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zobaczysz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po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uruchomieniu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Super Mario Bros </a:t>
              </a:r>
              <a:r>
                <a:rPr lang="en-US" sz="12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na</a:t>
              </a:r>
              <a:r>
                <a:rPr lang="en-US" sz="12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NES?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68" name="Google Shape;168;g31146ec220c_0_0"/>
            <p:cNvSpPr txBox="1"/>
            <p:nvPr/>
          </p:nvSpPr>
          <p:spPr>
            <a:xfrm>
              <a:off x="1285852" y="3684848"/>
              <a:ext cx="657240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Ta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gra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wymaga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połączenia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80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TCP/IP 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do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działania</a:t>
              </a:r>
              <a:r>
                <a:rPr lang="en-US" sz="80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Skontaktuj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się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z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usługodawcą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8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internetowym</a:t>
              </a:r>
              <a:r>
                <a:rPr lang="en-US" sz="80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69" name="Google Shape;169;g31146ec220c_0_0"/>
            <p:cNvSpPr txBox="1"/>
            <p:nvPr/>
          </p:nvSpPr>
          <p:spPr>
            <a:xfrm>
              <a:off x="970436" y="5661248"/>
              <a:ext cx="7030500" cy="1292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To jest </a:t>
              </a:r>
              <a:r>
                <a:rPr lang="en-US" sz="13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przyszłość</a:t>
              </a:r>
              <a:r>
                <a:rPr lang="en-US" sz="13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3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gamingu</a:t>
              </a:r>
              <a:r>
                <a:rPr lang="en-US" sz="13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Podejmij</a:t>
              </a:r>
              <a:r>
                <a:rPr lang="en-US" sz="13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3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działanie</a:t>
              </a:r>
              <a:r>
                <a:rPr lang="en-US" sz="13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3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już</a:t>
              </a:r>
              <a:r>
                <a:rPr lang="en-US" sz="13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3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teraz</a:t>
              </a:r>
              <a:r>
                <a:rPr lang="en-US" sz="13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30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na</a:t>
              </a:r>
              <a:r>
                <a:rPr lang="en-US" sz="130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stopkillinggames.</a:t>
              </a:r>
              <a:r>
                <a:rPr lang="en-US" sz="13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eu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1146ec220c_0_8"/>
          <p:cNvGrpSpPr/>
          <p:nvPr/>
        </p:nvGrpSpPr>
        <p:grpSpPr>
          <a:xfrm>
            <a:off x="1143000" y="0"/>
            <a:ext cx="6858000" cy="6891078"/>
            <a:chOff x="1143000" y="0"/>
            <a:chExt cx="6858000" cy="6891078"/>
          </a:xfrm>
        </p:grpSpPr>
        <p:pic>
          <p:nvPicPr>
            <p:cNvPr id="175" name="Google Shape;175;g31146ec220c_0_8" descr="rallyposter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0" y="0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g31146ec220c_0_8"/>
            <p:cNvSpPr txBox="1"/>
            <p:nvPr/>
          </p:nvSpPr>
          <p:spPr>
            <a:xfrm>
              <a:off x="1285852" y="285728"/>
              <a:ext cx="6572400" cy="2596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Każdego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roku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dziesiątki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gier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komputerowych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umiera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przez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chciwość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wydawców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odliczenia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podatkowe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Estymowane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jest,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że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ponad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87% </a:t>
              </a:r>
              <a:r>
                <a:rPr lang="en-US" sz="1050" b="0" i="0" u="none" strike="noStrike" cap="none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gier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wideo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jest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komercyjnie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niedostępnych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Możemy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temu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zapobiec</a:t>
              </a:r>
              <a:r>
                <a:rPr lang="en-US" sz="140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77" name="Google Shape;177;g31146ec220c_0_8"/>
            <p:cNvSpPr txBox="1"/>
            <p:nvPr/>
          </p:nvSpPr>
          <p:spPr>
            <a:xfrm>
              <a:off x="1285852" y="3647923"/>
              <a:ext cx="6572400" cy="3243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Coraz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więcej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gier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wideo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polega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połączeniu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do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centralnego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serwera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co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sprawia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że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przestaje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działać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gdy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ten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zostaje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wyłączony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zatrzymując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pieniądze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klienta</a:t>
              </a:r>
              <a:r>
                <a:rPr lang="en-US" sz="105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Istnieje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bezpośrednia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demokratyczna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możliwość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działania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w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Unii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Europejskiej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aby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wymagać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od firm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produkujących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gry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by ich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nie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uśmiercały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Odwiedź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StopKillingGames.eu, aby </a:t>
              </a:r>
              <a:r>
                <a:rPr lang="en-US" sz="1050" b="0" i="0" u="none" strike="noStrike" cap="none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podpisać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Inicjatywę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Obywatelską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dowiedzieć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się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więcej</a:t>
              </a:r>
              <a:r>
                <a:rPr lang="en-US" sz="105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Twoją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pomocą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nasze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gry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będą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nadal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dostępne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dla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przyszłych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pokoleń</a:t>
              </a:r>
              <a:r>
                <a:rPr lang="en-US" sz="105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do </a:t>
              </a:r>
              <a:r>
                <a:rPr lang="en-US" sz="105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grania</a:t>
              </a:r>
              <a:r>
                <a:rPr lang="en-US" sz="105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78" name="Google Shape;178;g31146ec220c_0_8"/>
            <p:cNvSpPr txBox="1"/>
            <p:nvPr/>
          </p:nvSpPr>
          <p:spPr>
            <a:xfrm>
              <a:off x="1285852" y="2984567"/>
              <a:ext cx="6572400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KONIEC GRY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31146ec220c_0_16"/>
          <p:cNvGrpSpPr/>
          <p:nvPr/>
        </p:nvGrpSpPr>
        <p:grpSpPr>
          <a:xfrm>
            <a:off x="900807" y="0"/>
            <a:ext cx="7329711" cy="6982253"/>
            <a:chOff x="900807" y="0"/>
            <a:chExt cx="7329711" cy="6982253"/>
          </a:xfrm>
        </p:grpSpPr>
        <p:pic>
          <p:nvPicPr>
            <p:cNvPr id="184" name="Google Shape;184;g31146ec220c_0_16" descr="rallyposter3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0" y="0"/>
              <a:ext cx="6857998" cy="6857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g31146ec220c_0_16"/>
            <p:cNvSpPr txBox="1"/>
            <p:nvPr/>
          </p:nvSpPr>
          <p:spPr>
            <a:xfrm>
              <a:off x="900807" y="196948"/>
              <a:ext cx="3861202" cy="738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Gdyby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te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gry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nie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były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zachowane</a:t>
              </a:r>
              <a:r>
                <a:rPr lang="en-US" sz="140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...</a:t>
              </a:r>
              <a:endParaRPr sz="1400"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86" name="Google Shape;186;g31146ec220c_0_16"/>
            <p:cNvSpPr txBox="1"/>
            <p:nvPr/>
          </p:nvSpPr>
          <p:spPr>
            <a:xfrm>
              <a:off x="4515608" y="209695"/>
              <a:ext cx="3714910" cy="738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...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czy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te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by w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ogóle</a:t>
              </a:r>
              <a:r>
                <a:rPr lang="en-US" sz="1400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sz="1400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istniały</a:t>
              </a:r>
              <a:r>
                <a:rPr lang="en-US" sz="1400" b="0" i="0" u="none" strike="noStrike" cap="none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?</a:t>
              </a:r>
              <a:endParaRPr sz="1400"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187" name="Google Shape;187;g31146ec220c_0_16"/>
            <p:cNvSpPr txBox="1"/>
            <p:nvPr/>
          </p:nvSpPr>
          <p:spPr>
            <a:xfrm>
              <a:off x="1285799" y="4293096"/>
              <a:ext cx="6572400" cy="26891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Ochrona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gier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wideo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oznacza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że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przyszłe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pokolenia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będą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mogły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czerpać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radość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z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gier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które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kochamy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Nie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 but I fix" panose="00000400000000000000" pitchFamily="50" charset="0"/>
                  <a:ea typeface="Super Mario Bros. NES but I fix" panose="00000400000000000000" pitchFamily="50" charset="0"/>
                  <a:cs typeface="Super Mario Bros. NES but I fix" panose="00000400000000000000" pitchFamily="50" charset="0"/>
                </a:rPr>
                <a:t>dopuść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by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światła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  <a:r>
                <a:rPr lang="en-US" dirty="0" err="1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zgasły</a:t>
              </a:r>
              <a:r>
                <a:rPr lang="en-US" dirty="0">
                  <a:solidFill>
                    <a:srgbClr val="F2F2F2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sz="1600" b="0" i="0" u="none" strike="noStrike" cap="none" dirty="0">
                <a:solidFill>
                  <a:srgbClr val="F2F2F2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ODWIEDŹ</a:t>
              </a:r>
              <a:r>
                <a:rPr lang="en-US" sz="1400" b="0" i="0" u="none" strike="noStrike" cap="none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  <a:sym typeface="Arial"/>
                </a:rPr>
                <a:t> STOPKILLINGGAMES.EU</a:t>
              </a:r>
              <a:endParaRPr dirty="0"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2521" y="0"/>
            <a:ext cx="6858635" cy="6858000"/>
            <a:chOff x="1142521" y="0"/>
            <a:chExt cx="6858635" cy="6858000"/>
          </a:xfrm>
        </p:grpSpPr>
        <p:pic>
          <p:nvPicPr>
            <p:cNvPr id="4" name="Picture 3" descr="rallyposte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195232"/>
              <a:ext cx="6572296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hu-HU" alt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Mit tennél, ha ezt lÁtnÁd először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, </a:t>
              </a:r>
              <a:r>
                <a:rPr lang="hu-HU" alt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mikor beizzítod a Szuper Máriót a nintendódon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?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84848"/>
              <a:ext cx="6572296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hu-HU" alt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Ennek a játéknak 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TCP/IP </a:t>
              </a:r>
              <a:r>
                <a:rPr lang="hu-HU" alt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kapcsolatra van szüksége</a:t>
              </a:r>
            </a:p>
            <a:p>
              <a:pPr algn="ctr">
                <a:lnSpc>
                  <a:spcPct val="150000"/>
                </a:lnSpc>
              </a:pPr>
              <a:r>
                <a:rPr lang="hu-HU" alt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a működéshez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hu-HU" alt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Kérem vegye fel a kapcsolatot az internet</a:t>
              </a:r>
            </a:p>
            <a:p>
              <a:pPr algn="ctr">
                <a:lnSpc>
                  <a:spcPct val="150000"/>
                </a:lnSpc>
              </a:pPr>
              <a:r>
                <a:rPr lang="hu-HU" alt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szolgáltatójával</a:t>
              </a:r>
              <a:r>
                <a:rPr lang="en-US" sz="8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42521" y="5661025"/>
              <a:ext cx="6858635" cy="945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hu-HU" alt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Ez a videójátékok jövője</a:t>
              </a: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hu-HU" altLang="en-US" sz="12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Cselekedj ellene a</a:t>
              </a:r>
              <a:r>
                <a:rPr lang="en-US" sz="12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stopkillinggames.</a:t>
              </a:r>
              <a:r>
                <a:rPr lang="hu-HU" altLang="en-US" sz="12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EU-n!</a:t>
              </a:r>
              <a:endParaRPr lang="en-US" sz="1200" dirty="0">
                <a:solidFill>
                  <a:srgbClr val="FFFF00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20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3000" y="0"/>
            <a:ext cx="6858000" cy="6890233"/>
            <a:chOff x="1143000" y="0"/>
            <a:chExt cx="6858000" cy="6890233"/>
          </a:xfrm>
        </p:grpSpPr>
        <p:pic>
          <p:nvPicPr>
            <p:cNvPr id="4" name="Picture 3" descr="rallyposter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285728"/>
              <a:ext cx="6572296" cy="2353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Minden évben tucatjával halnak meg a játékok a kiadók kapzsisága, és holmi adóleírások végett. 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Számítások szerint a videójátékok 87%-a nem érhető el kereskedelmileg.</a:t>
              </a:r>
              <a:endParaRPr lang="en-US" sz="1050" dirty="0">
                <a:solidFill>
                  <a:srgbClr val="FFFF00"/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Mi ezt megállíthatjuk!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47923"/>
              <a:ext cx="6572296" cy="3242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Egyre több játék függ központi szerverekkel való kapcsolattól, ami végett játszhatatlann válnak, ha a kiadó lekapcsolja őket, miközben a vevők pénzét megtartja. 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indult egy demokratikus akció az európai unióban, hogy szükségessé tegye a kiadóknak a játékaik játszható állapotban való hagyását.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</a:t>
              </a:r>
            </a:p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Látogass el a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StopKillingGames.eu</a:t>
              </a:r>
              <a:r>
                <a:rPr lang="hu-HU" alt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-ra, hogy többet megtudj, és aláírhasd a kezdeményezést</a:t>
              </a:r>
              <a:r>
                <a:rPr lang="en-US" sz="105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A segítségeddel megmenthetjük a ma játékait a holnap generációjának!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2984567"/>
              <a:ext cx="6572296" cy="22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GAME OVER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2976" y="0"/>
            <a:ext cx="6858048" cy="6858000"/>
            <a:chOff x="1142976" y="0"/>
            <a:chExt cx="6858048" cy="6858000"/>
          </a:xfrm>
        </p:grpSpPr>
        <p:pic>
          <p:nvPicPr>
            <p:cNvPr id="4" name="Picture 3" descr="rallyposter3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142976" y="322790"/>
              <a:ext cx="3143272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hu-HU" alt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Ha ezek eltűntek volna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...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752" y="322790"/>
              <a:ext cx="3143272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...</a:t>
              </a:r>
              <a:r>
                <a:rPr lang="hu-HU" alt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vajon ezek léteznének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42976" y="4358005"/>
              <a:ext cx="6858000" cy="1626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alt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A videójátékok megőrzése lehetővé teszi, hogy a jövő generációi is élvezhessék kedvenc játékainkat.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Ne hagyd a tüzet kialudni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Super Mario Bros. NES" panose="00000400000000000000" pitchFamily="2" charset="0"/>
                <a:ea typeface="Super Mario Bros. NES" panose="00000400000000000000" pitchFamily="2" charset="0"/>
                <a:cs typeface="Super Mario Bros. NES" panose="00000400000000000000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hu-HU" altLang="en-US" sz="14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Látogass el a</a:t>
              </a:r>
              <a:r>
                <a:rPr lang="en-US" sz="14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 STOPKILLINGGAMES.EU</a:t>
              </a:r>
              <a:r>
                <a:rPr lang="hu-HU" altLang="en-US" sz="1400" dirty="0">
                  <a:solidFill>
                    <a:srgbClr val="FFFF00"/>
                  </a:solidFill>
                  <a:latin typeface="Super Mario Bros. NES" panose="00000400000000000000" pitchFamily="2" charset="0"/>
                  <a:ea typeface="Super Mario Bros. NES" panose="00000400000000000000" pitchFamily="2" charset="0"/>
                  <a:cs typeface="Super Mario Bros. NES" panose="00000400000000000000" pitchFamily="2" charset="0"/>
                </a:rPr>
                <a:t>-ra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970436" y="0"/>
            <a:ext cx="7030564" cy="6901139"/>
            <a:chOff x="970436" y="0"/>
            <a:chExt cx="7030564" cy="6901139"/>
          </a:xfrm>
        </p:grpSpPr>
        <p:pic>
          <p:nvPicPr>
            <p:cNvPr id="4" name="Picture 3" descr="rallyposte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195232"/>
              <a:ext cx="65722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Et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si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vous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voyiez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pour la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PREMIEre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fois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en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lançant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Super Mario Bros. </a:t>
              </a:r>
              <a:b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</a:b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sur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NES, </a:t>
              </a:r>
              <a:r>
                <a:rPr lang="en-US" sz="12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c’Etait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Ca?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84848"/>
              <a:ext cx="6572296" cy="387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nEcessite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une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connexion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TCP/IP pour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fonctionner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Veuillez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contacter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votre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Fournisseur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7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d’AccEs</a:t>
              </a:r>
              <a:r>
                <a:rPr lang="en-US" sz="7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à Internet.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0436" y="5661248"/>
              <a:ext cx="7030564" cy="1239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3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C’est</a:t>
              </a: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le </a:t>
              </a:r>
              <a:r>
                <a:rPr lang="en-US" sz="13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futur</a:t>
              </a: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du </a:t>
              </a:r>
              <a:r>
                <a:rPr lang="en-US" sz="13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</a:t>
              </a: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3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13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en-US" sz="13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Agissez</a:t>
              </a:r>
              <a:r>
                <a:rPr lang="en-US" sz="13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3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maintenant</a:t>
              </a:r>
              <a:r>
                <a:rPr lang="en-US" sz="13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sur stopkillinggames.eu</a:t>
              </a:r>
            </a:p>
            <a:p>
              <a:pPr algn="ctr">
                <a:lnSpc>
                  <a:spcPct val="150000"/>
                </a:lnSpc>
              </a:pPr>
              <a:endParaRPr lang="en-US" sz="13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pic>
          <p:nvPicPr>
            <p:cNvPr id="4" name="Picture 3" descr="rallyposter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5852" y="285728"/>
              <a:ext cx="6572296" cy="2839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Chaque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annEe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, des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douzaines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meurent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à cause de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l’aviditE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des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Editeurs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et des annulations </a:t>
              </a:r>
              <a:r>
                <a:rPr lang="en-US" sz="105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d’impOts</a:t>
              </a: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On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estime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plus de 87% de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tous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les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ne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sont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plus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disponibles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05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dans</a:t>
              </a:r>
              <a:r>
                <a:rPr lang="en-US" sz="105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le commerce.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Vous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pouvez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empEcher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ceci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5852" y="3647923"/>
              <a:ext cx="6572296" cy="3172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 plus en plus de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SE BASENT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sur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une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connexion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à un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serveur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central, qui rend le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inaccessible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une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fois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QUE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l’entreprise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ARRETE CE SERVEUR, ENTREPRISE QUI conserve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pourtant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l’argent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ses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clients.</a:t>
              </a:r>
            </a:p>
            <a:p>
              <a:pPr algn="ctr">
                <a:lnSpc>
                  <a:spcPct val="150000"/>
                </a:lnSpc>
              </a:pPr>
              <a:endParaRPr lang="en-US" sz="9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Une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action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dEmocratique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directe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EtE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initiEe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dans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l’Union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EuropEenne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pour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puisse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Etre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implEmentEe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la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nEcessitE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pour les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Editeurs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ces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demeurent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jouables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 </a:t>
              </a:r>
            </a:p>
            <a:p>
              <a:pPr algn="ctr">
                <a:lnSpc>
                  <a:spcPct val="150000"/>
                </a:lnSpc>
              </a:pP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Allez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sur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StopKillingGames.eu pour signer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l’Initiative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Citoyenne</a:t>
              </a:r>
              <a:r>
                <a:rPr lang="en-US" sz="9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et en savoir plus.</a:t>
              </a:r>
            </a:p>
            <a:p>
              <a:pPr algn="ctr">
                <a:lnSpc>
                  <a:spcPct val="150000"/>
                </a:lnSpc>
              </a:pPr>
              <a:endParaRPr lang="en-US" sz="9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Avec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votre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aide, les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gEnErations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futures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pourront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continuer de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profiter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nos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9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2984567"/>
              <a:ext cx="6572296" cy="22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GAME OVER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142976" y="0"/>
            <a:ext cx="6858048" cy="6858000"/>
            <a:chOff x="1142976" y="0"/>
            <a:chExt cx="6858048" cy="6858000"/>
          </a:xfrm>
        </p:grpSpPr>
        <p:pic>
          <p:nvPicPr>
            <p:cNvPr id="4" name="Picture 3" descr="rallyposter3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0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142976" y="214290"/>
              <a:ext cx="3714776" cy="55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Si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L’on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n’avait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pas PU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prEservER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ces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752" y="214290"/>
              <a:ext cx="3143272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...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ceux-lA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existeraient-ils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seulement</a:t>
              </a:r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5852" y="4357694"/>
              <a:ext cx="6572296" cy="18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La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prEservation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des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vidEo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est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qui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permettra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aux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gEnErations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futures de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profiter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de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ces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jeux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que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l’on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 adore.</a:t>
              </a:r>
            </a:p>
            <a:p>
              <a:pPr algn="ctr">
                <a:lnSpc>
                  <a:spcPct val="150000"/>
                </a:lnSpc>
              </a:pP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Ne les laissez pas </a:t>
              </a:r>
              <a:r>
                <a:rPr lang="en-US" sz="1400" dirty="0" err="1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s’Eteindre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Super Mario Bros. NES" pitchFamily="2" charset="0"/>
                <a:ea typeface="Super Mario Bros. NES" pitchFamily="2" charset="0"/>
                <a:cs typeface="Super Mario Bros. NE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rgbClr val="FFFF00"/>
                  </a:solidFill>
                  <a:latin typeface="Super Mario Bros. NES" pitchFamily="2" charset="0"/>
                  <a:ea typeface="Super Mario Bros. NES" pitchFamily="2" charset="0"/>
                  <a:cs typeface="Super Mario Bros. NES" pitchFamily="2" charset="0"/>
                </a:rPr>
                <a:t>ALLEZ SUR STOPKILLINGGAMES.EU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7"/>
          <p:cNvGrpSpPr/>
          <p:nvPr/>
        </p:nvGrpSpPr>
        <p:grpSpPr>
          <a:xfrm>
            <a:off x="970560" y="0"/>
            <a:ext cx="7030080" cy="6857640"/>
            <a:chOff x="970560" y="0"/>
            <a:chExt cx="7030080" cy="6857640"/>
          </a:xfrm>
        </p:grpSpPr>
        <p:pic>
          <p:nvPicPr>
            <p:cNvPr id="83" name="Picture 3" descr="rallyposter1.png"/>
            <p:cNvPicPr/>
            <p:nvPr/>
          </p:nvPicPr>
          <p:blipFill>
            <a:blip r:embed="rId2"/>
            <a:stretch/>
          </p:blipFill>
          <p:spPr>
            <a:xfrm>
              <a:off x="1143000" y="0"/>
              <a:ext cx="6857640" cy="685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4" name="TextBox 4"/>
            <p:cNvSpPr/>
            <p:nvPr/>
          </p:nvSpPr>
          <p:spPr>
            <a:xfrm>
              <a:off x="1285920" y="195120"/>
              <a:ext cx="6571800" cy="91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20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E SE ISTO FOSSE A PRIMEIRA COISA A APARECER, LOGO DEPOIS DE INICIARES O SUPER MARIO BROS?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TextBox 5"/>
            <p:cNvSpPr/>
            <p:nvPr/>
          </p:nvSpPr>
          <p:spPr>
            <a:xfrm>
              <a:off x="1285920" y="3684960"/>
              <a:ext cx="6571800" cy="63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800" b="0" strike="noStrike" spc="-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Este jogo precisa de uma ligação tcp/ip.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800" b="0" strike="noStrike" spc="-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POR FAVOR, ENTRE EM CONTACTO COM O SEU PROVEDOR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800" b="0" strike="noStrike" spc="-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DE INTERNET.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TextBox 6"/>
            <p:cNvSpPr/>
            <p:nvPr/>
          </p:nvSpPr>
          <p:spPr>
            <a:xfrm>
              <a:off x="970560" y="5661360"/>
              <a:ext cx="7030080" cy="98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30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ESTE é O FUTURO DOS VIDEOJOGOS.</a:t>
              </a:r>
              <a:endParaRPr lang="en-US" sz="13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30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Atua agora, </a:t>
              </a:r>
              <a:r>
                <a:rPr lang="en-US" sz="130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eM</a:t>
              </a:r>
              <a:r>
                <a:rPr lang="en-US" sz="130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stopkillinggames.EU</a:t>
              </a:r>
              <a:endParaRPr lang="en-US" sz="13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3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7"/>
          <p:cNvGrpSpPr/>
          <p:nvPr/>
        </p:nvGrpSpPr>
        <p:grpSpPr>
          <a:xfrm>
            <a:off x="1143000" y="0"/>
            <a:ext cx="6857640" cy="6857640"/>
            <a:chOff x="1143000" y="0"/>
            <a:chExt cx="6857640" cy="6857640"/>
          </a:xfrm>
        </p:grpSpPr>
        <p:pic>
          <p:nvPicPr>
            <p:cNvPr id="88" name="Picture 3" descr="rallyposter2.png"/>
            <p:cNvPicPr/>
            <p:nvPr/>
          </p:nvPicPr>
          <p:blipFill>
            <a:blip r:embed="rId2"/>
            <a:stretch/>
          </p:blipFill>
          <p:spPr>
            <a:xfrm>
              <a:off x="1143000" y="0"/>
              <a:ext cx="6857640" cy="685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9" name="TextBox 4"/>
            <p:cNvSpPr/>
            <p:nvPr/>
          </p:nvSpPr>
          <p:spPr>
            <a:xfrm>
              <a:off x="1285920" y="285840"/>
              <a:ext cx="6571800" cy="25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Todos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anos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,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dezenas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de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videojogos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desaparecem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devido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à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ganância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das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editoras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e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aos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abatimentos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fiscais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.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Estima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-se que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mais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de 87% de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todos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videojogos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estão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comercialmente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indisponíveis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.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Nós</a:t>
              </a:r>
              <a:r>
                <a:rPr lang="en-US" sz="140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PODEMOS EVITAR ISTO.</a:t>
              </a:r>
              <a:endParaRPr lang="en-US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TextBox 5"/>
            <p:cNvSpPr/>
            <p:nvPr/>
          </p:nvSpPr>
          <p:spPr>
            <a:xfrm>
              <a:off x="1285920" y="3647880"/>
              <a:ext cx="6571800" cy="320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Cada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vez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mais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videojogos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dependem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da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ligação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a um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servidor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central, o que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torna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o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jogo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impossível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de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jogar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depois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de a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empresa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o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desligar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, MANTENDO o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dinheiro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dos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clientes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.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EXISTE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uma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ação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democrática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direta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na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União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Europeia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para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exigir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que as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empresas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de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videojogos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tornem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seus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jogos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jogáveis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. 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Visita StopKillingGames.eu para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assinares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a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Iniciativa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Cidadã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e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saberEs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mais</a:t>
              </a:r>
              <a:r>
                <a:rPr lang="en-US" sz="1050" b="0" strike="noStrike" spc="-1" dirty="0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.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Com a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tua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ajuda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,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nossos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jogos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estarão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disponíveis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para as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gerações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futuras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 </a:t>
              </a:r>
              <a:r>
                <a:rPr lang="en-US" sz="1050" b="0" strike="noStrike" spc="-1" dirty="0" err="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jogarem</a:t>
              </a:r>
              <a:r>
                <a:rPr lang="en-US" sz="1050" b="0" strike="noStrike" spc="-1" dirty="0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.</a:t>
              </a:r>
              <a:endParaRPr lang="en-US" sz="105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TextBox 6"/>
            <p:cNvSpPr/>
            <p:nvPr/>
          </p:nvSpPr>
          <p:spPr>
            <a:xfrm>
              <a:off x="1285920" y="2984400"/>
              <a:ext cx="6571800" cy="24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700" b="0" strike="noStrike" spc="-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GAME OVER</a:t>
              </a:r>
              <a:endParaRPr lang="en-US" sz="7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" name="Picture 3" descr="A qr code with a blue square&#10;&#10;Description automatically generated">
            <a:extLst>
              <a:ext uri="{FF2B5EF4-FFF2-40B4-BE49-F238E27FC236}">
                <a16:creationId xmlns:a16="http://schemas.microsoft.com/office/drawing/2014/main" id="{B2EFF3F5-47F5-F210-F1AB-EB075EEA3D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924" y="2241838"/>
            <a:ext cx="1268400" cy="1268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7"/>
          <p:cNvGrpSpPr/>
          <p:nvPr/>
        </p:nvGrpSpPr>
        <p:grpSpPr>
          <a:xfrm>
            <a:off x="1143000" y="0"/>
            <a:ext cx="6857640" cy="6857640"/>
            <a:chOff x="1143000" y="0"/>
            <a:chExt cx="6857640" cy="6857640"/>
          </a:xfrm>
        </p:grpSpPr>
        <p:pic>
          <p:nvPicPr>
            <p:cNvPr id="93" name="Picture 3" descr="rallyposter3.png"/>
            <p:cNvPicPr/>
            <p:nvPr/>
          </p:nvPicPr>
          <p:blipFill>
            <a:blip r:embed="rId2"/>
            <a:stretch/>
          </p:blipFill>
          <p:spPr>
            <a:xfrm>
              <a:off x="1143000" y="0"/>
              <a:ext cx="6857640" cy="685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4" name="TextBox 4"/>
            <p:cNvSpPr/>
            <p:nvPr/>
          </p:nvSpPr>
          <p:spPr>
            <a:xfrm>
              <a:off x="1143000" y="94320"/>
              <a:ext cx="3142800" cy="104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b="0" strike="noStrike" spc="-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Se estes não fossem preservados...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TextBox 5"/>
            <p:cNvSpPr/>
            <p:nvPr/>
          </p:nvSpPr>
          <p:spPr>
            <a:xfrm>
              <a:off x="4857840" y="228600"/>
              <a:ext cx="3142800" cy="72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b="0" strike="noStrike" spc="-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...Existiriam estes?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TextBox 6"/>
            <p:cNvSpPr/>
            <p:nvPr/>
          </p:nvSpPr>
          <p:spPr>
            <a:xfrm>
              <a:off x="1285920" y="4357800"/>
              <a:ext cx="6571800" cy="182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preservação de videojogos significa que as futuras gerações poderão desfrutar dos jogos que amamos mais.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endParaRPr lang="en-US" sz="105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b="0" strike="noStrike" spc="-1">
                  <a:solidFill>
                    <a:srgbClr val="F2F2F2"/>
                  </a:solidFill>
                  <a:latin typeface="Super Mario Bros. NES"/>
                  <a:ea typeface="Super Mario Bros. NES"/>
                </a:rPr>
                <a:t>Não deixes as luzes se apagarem.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400" b="0" strike="noStrike" spc="-1">
                  <a:solidFill>
                    <a:srgbClr val="FFFF00"/>
                  </a:solidFill>
                  <a:latin typeface="Super Mario Bros. NES"/>
                  <a:ea typeface="Super Mario Bros. NES"/>
                </a:rPr>
                <a:t>VISITa STOPKILLINGGAMES.EU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1486</Words>
  <Application>Microsoft Office PowerPoint</Application>
  <PresentationFormat>On-screen Show (4:3)</PresentationFormat>
  <Paragraphs>184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Super Mario Bros. NES</vt:lpstr>
      <vt:lpstr>Super Mario Bros. NES but I fix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Goldfish_92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sm</dc:creator>
  <cp:lastModifiedBy>Patrick Kozyra</cp:lastModifiedBy>
  <cp:revision>72</cp:revision>
  <dcterms:created xsi:type="dcterms:W3CDTF">2024-10-29T13:03:20Z</dcterms:created>
  <dcterms:modified xsi:type="dcterms:W3CDTF">2024-12-20T04:10:59Z</dcterms:modified>
</cp:coreProperties>
</file>
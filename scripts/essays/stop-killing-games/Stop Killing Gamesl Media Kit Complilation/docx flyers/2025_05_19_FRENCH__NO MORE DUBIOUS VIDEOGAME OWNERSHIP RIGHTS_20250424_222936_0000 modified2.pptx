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revisionInfo.xml" ContentType="application/vnd.ms-powerpoint.revisioninfo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18288000" cy="10287000"/>
  <p:notesSz cx="6858000" cy="9144000"/>
  <p:embeddedFontLst>
    <p:embeddedFont>
      <p:font typeface="Calibri" pitchFamily="34" charset="0"/>
      <p:regular r:id="rId3"/>
      <p:bold r:id="rId4"/>
      <p:italic r:id="rId5"/>
      <p:boldItalic r:id="rId6"/>
    </p:embeddedFont>
    <p:embeddedFont>
      <p:font typeface="DM Serif Display" charset="0"/>
      <p:regular r:id="rId7"/>
      <p:italic r:id="rId8"/>
    </p:embeddedFont>
    <p:embeddedFont>
      <p:font typeface="Merriweather Bold" charset="0"/>
      <p:regular r:id="rId9"/>
    </p:embeddedFont>
    <p:embeddedFont>
      <p:font typeface="Anton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C8FC7B-E275-409F-8925-9A0AF9AB0558}" v="8" dt="2025-05-09T21:49:31.9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6552" autoAdjust="0"/>
  </p:normalViewPr>
  <p:slideViewPr>
    <p:cSldViewPr>
      <p:cViewPr varScale="1">
        <p:scale>
          <a:sx n="75" d="100"/>
          <a:sy n="75" d="100"/>
        </p:scale>
        <p:origin x="-47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5" Type="http://schemas.microsoft.com/office/2016/11/relationships/changesInfo" Target="changesInfos/changesInfo1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k Kozyra" userId="b17d1bb0e40929be" providerId="LiveId" clId="{2EC8FC7B-E275-409F-8925-9A0AF9AB0558}"/>
    <pc:docChg chg="undo redo custSel addSld delSld modSld sldOrd">
      <pc:chgData name="Patrick Kozyra" userId="b17d1bb0e40929be" providerId="LiveId" clId="{2EC8FC7B-E275-409F-8925-9A0AF9AB0558}" dt="2025-05-09T22:03:20.848" v="1946"/>
      <pc:docMkLst>
        <pc:docMk/>
      </pc:docMkLst>
      <pc:sldChg chg="addSp delSp modSp add del mod">
        <pc:chgData name="Patrick Kozyra" userId="b17d1bb0e40929be" providerId="LiveId" clId="{2EC8FC7B-E275-409F-8925-9A0AF9AB0558}" dt="2025-05-08T03:50:47.844" v="1280" actId="47"/>
        <pc:sldMkLst>
          <pc:docMk/>
          <pc:sldMk cId="0" sldId="256"/>
        </pc:sldMkLst>
      </pc:sldChg>
      <pc:sldChg chg="addSp delSp modSp new add del mod">
        <pc:chgData name="Patrick Kozyra" userId="b17d1bb0e40929be" providerId="LiveId" clId="{2EC8FC7B-E275-409F-8925-9A0AF9AB0558}" dt="2025-05-09T21:49:38.609" v="1287" actId="1076"/>
        <pc:sldMkLst>
          <pc:docMk/>
          <pc:sldMk cId="938822752" sldId="257"/>
        </pc:sldMkLst>
        <pc:spChg chg="del">
          <ac:chgData name="Patrick Kozyra" userId="b17d1bb0e40929be" providerId="LiveId" clId="{2EC8FC7B-E275-409F-8925-9A0AF9AB0558}" dt="2025-05-09T21:48:59.639" v="1281" actId="21"/>
          <ac:spMkLst>
            <pc:docMk/>
            <pc:sldMk cId="938822752" sldId="257"/>
            <ac:spMk id="36" creationId="{00000000-0000-0000-0000-000000000000}"/>
          </ac:spMkLst>
        </pc:spChg>
        <pc:spChg chg="del">
          <ac:chgData name="Patrick Kozyra" userId="b17d1bb0e40929be" providerId="LiveId" clId="{2EC8FC7B-E275-409F-8925-9A0AF9AB0558}" dt="2025-05-09T21:48:59.639" v="1281" actId="21"/>
          <ac:spMkLst>
            <pc:docMk/>
            <pc:sldMk cId="938822752" sldId="257"/>
            <ac:spMk id="37" creationId="{00000000-0000-0000-0000-000000000000}"/>
          </ac:spMkLst>
        </pc:spChg>
        <pc:spChg chg="add mod">
          <ac:chgData name="Patrick Kozyra" userId="b17d1bb0e40929be" providerId="LiveId" clId="{2EC8FC7B-E275-409F-8925-9A0AF9AB0558}" dt="2025-05-09T21:49:38.609" v="1287" actId="1076"/>
          <ac:spMkLst>
            <pc:docMk/>
            <pc:sldMk cId="938822752" sldId="257"/>
            <ac:spMk id="39" creationId="{A76D7339-F4CC-9C66-05FF-A1B6653889A7}"/>
          </ac:spMkLst>
        </pc:spChg>
        <pc:spChg chg="add mod">
          <ac:chgData name="Patrick Kozyra" userId="b17d1bb0e40929be" providerId="LiveId" clId="{2EC8FC7B-E275-409F-8925-9A0AF9AB0558}" dt="2025-05-09T21:49:38.609" v="1287" actId="1076"/>
          <ac:spMkLst>
            <pc:docMk/>
            <pc:sldMk cId="938822752" sldId="257"/>
            <ac:spMk id="41" creationId="{930032D7-CD96-090B-1731-33CA9CE5D76A}"/>
          </ac:spMkLst>
        </pc:spChg>
      </pc:sldChg>
      <pc:sldChg chg="addSp delSp modSp add del mod ord">
        <pc:chgData name="Patrick Kozyra" userId="b17d1bb0e40929be" providerId="LiveId" clId="{2EC8FC7B-E275-409F-8925-9A0AF9AB0558}" dt="2025-05-09T22:03:20.848" v="1946"/>
        <pc:sldMkLst>
          <pc:docMk/>
          <pc:sldMk cId="1304126318" sldId="258"/>
        </pc:sldMkLst>
        <pc:spChg chg="mod">
          <ac:chgData name="Patrick Kozyra" userId="b17d1bb0e40929be" providerId="LiveId" clId="{2EC8FC7B-E275-409F-8925-9A0AF9AB0558}" dt="2025-05-09T21:53:00.293" v="1300" actId="20577"/>
          <ac:spMkLst>
            <pc:docMk/>
            <pc:sldMk cId="1304126318" sldId="258"/>
            <ac:spMk id="31" creationId="{A94B3E0D-C2BB-C85C-914C-FC779FBE305B}"/>
          </ac:spMkLst>
        </pc:spChg>
        <pc:spChg chg="mod">
          <ac:chgData name="Patrick Kozyra" userId="b17d1bb0e40929be" providerId="LiveId" clId="{2EC8FC7B-E275-409F-8925-9A0AF9AB0558}" dt="2025-05-09T21:53:33.084" v="1308"/>
          <ac:spMkLst>
            <pc:docMk/>
            <pc:sldMk cId="1304126318" sldId="258"/>
            <ac:spMk id="35" creationId="{40E9F479-F695-0D12-1D0C-CD8AFC1DEA86}"/>
          </ac:spMkLst>
        </pc:spChg>
        <pc:spChg chg="add mod">
          <ac:chgData name="Patrick Kozyra" userId="b17d1bb0e40929be" providerId="LiveId" clId="{2EC8FC7B-E275-409F-8925-9A0AF9AB0558}" dt="2025-05-09T21:59:05.939" v="1744" actId="1076"/>
          <ac:spMkLst>
            <pc:docMk/>
            <pc:sldMk cId="1304126318" sldId="258"/>
            <ac:spMk id="36" creationId="{00000000-0000-0000-0000-000000000000}"/>
          </ac:spMkLst>
        </pc:spChg>
        <pc:spChg chg="add mod">
          <ac:chgData name="Patrick Kozyra" userId="b17d1bb0e40929be" providerId="LiveId" clId="{2EC8FC7B-E275-409F-8925-9A0AF9AB0558}" dt="2025-05-09T22:01:56.538" v="1944" actId="20577"/>
          <ac:spMkLst>
            <pc:docMk/>
            <pc:sldMk cId="1304126318" sldId="258"/>
            <ac:spMk id="37" creationId="{00000000-0000-0000-0000-000000000000}"/>
          </ac:spMkLst>
        </pc:spChg>
        <pc:spChg chg="del mod">
          <ac:chgData name="Patrick Kozyra" userId="b17d1bb0e40929be" providerId="LiveId" clId="{2EC8FC7B-E275-409F-8925-9A0AF9AB0558}" dt="2025-05-09T21:49:28.856" v="1285" actId="21"/>
          <ac:spMkLst>
            <pc:docMk/>
            <pc:sldMk cId="1304126318" sldId="258"/>
            <ac:spMk id="39" creationId="{A76D7339-F4CC-9C66-05FF-A1B6653889A7}"/>
          </ac:spMkLst>
        </pc:spChg>
        <pc:spChg chg="mod">
          <ac:chgData name="Patrick Kozyra" userId="b17d1bb0e40929be" providerId="LiveId" clId="{2EC8FC7B-E275-409F-8925-9A0AF9AB0558}" dt="2025-05-09T22:01:02.908" v="1888" actId="122"/>
          <ac:spMkLst>
            <pc:docMk/>
            <pc:sldMk cId="1304126318" sldId="258"/>
            <ac:spMk id="40" creationId="{8459C7A5-9118-78BF-0B65-87E721B351C0}"/>
          </ac:spMkLst>
        </pc:spChg>
        <pc:spChg chg="del mod">
          <ac:chgData name="Patrick Kozyra" userId="b17d1bb0e40929be" providerId="LiveId" clId="{2EC8FC7B-E275-409F-8925-9A0AF9AB0558}" dt="2025-05-09T21:49:28.856" v="1285" actId="21"/>
          <ac:spMkLst>
            <pc:docMk/>
            <pc:sldMk cId="1304126318" sldId="258"/>
            <ac:spMk id="41" creationId="{930032D7-CD96-090B-1731-33CA9CE5D76A}"/>
          </ac:spMkLst>
        </pc:spChg>
        <pc:spChg chg="mod">
          <ac:chgData name="Patrick Kozyra" userId="b17d1bb0e40929be" providerId="LiveId" clId="{2EC8FC7B-E275-409F-8925-9A0AF9AB0558}" dt="2025-04-26T16:21:40.878" v="1203" actId="14100"/>
          <ac:spMkLst>
            <pc:docMk/>
            <pc:sldMk cId="1304126318" sldId="258"/>
            <ac:spMk id="42" creationId="{F4DBC707-8781-CEF7-F184-724BCD1FA603}"/>
          </ac:spMkLst>
        </pc:spChg>
        <pc:spChg chg="mod">
          <ac:chgData name="Patrick Kozyra" userId="b17d1bb0e40929be" providerId="LiveId" clId="{2EC8FC7B-E275-409F-8925-9A0AF9AB0558}" dt="2025-04-26T16:39:52.218" v="1206" actId="1076"/>
          <ac:spMkLst>
            <pc:docMk/>
            <pc:sldMk cId="1304126318" sldId="258"/>
            <ac:spMk id="43" creationId="{B41C26E9-2AF5-A181-DE87-2C831AA3C61D}"/>
          </ac:spMkLst>
        </pc:spChg>
        <pc:grpChg chg="add del">
          <ac:chgData name="Patrick Kozyra" userId="b17d1bb0e40929be" providerId="LiveId" clId="{2EC8FC7B-E275-409F-8925-9A0AF9AB0558}" dt="2025-04-29T20:10:54.236" v="1228" actId="478"/>
          <ac:grpSpMkLst>
            <pc:docMk/>
            <pc:sldMk cId="1304126318" sldId="258"/>
            <ac:grpSpMk id="9" creationId="{20143A0E-7618-5F4A-5FDD-CAACBE7CFE13}"/>
          </ac:grpSpMkLst>
        </pc:grpChg>
        <pc:grpChg chg="add del">
          <ac:chgData name="Patrick Kozyra" userId="b17d1bb0e40929be" providerId="LiveId" clId="{2EC8FC7B-E275-409F-8925-9A0AF9AB0558}" dt="2025-04-29T20:10:54.236" v="1228" actId="478"/>
          <ac:grpSpMkLst>
            <pc:docMk/>
            <pc:sldMk cId="1304126318" sldId="258"/>
            <ac:grpSpMk id="14" creationId="{0A9191D7-756E-7080-29C8-A82AAF99A507}"/>
          </ac:grpSpMkLst>
        </pc:grpChg>
        <pc:grpChg chg="add del">
          <ac:chgData name="Patrick Kozyra" userId="b17d1bb0e40929be" providerId="LiveId" clId="{2EC8FC7B-E275-409F-8925-9A0AF9AB0558}" dt="2025-04-29T20:10:54.236" v="1228" actId="478"/>
          <ac:grpSpMkLst>
            <pc:docMk/>
            <pc:sldMk cId="1304126318" sldId="258"/>
            <ac:grpSpMk id="17" creationId="{D5E32C53-5E99-9C12-267D-06638C096393}"/>
          </ac:grpSpMkLst>
        </pc:grpChg>
        <pc:grpChg chg="add del">
          <ac:chgData name="Patrick Kozyra" userId="b17d1bb0e40929be" providerId="LiveId" clId="{2EC8FC7B-E275-409F-8925-9A0AF9AB0558}" dt="2025-04-29T20:10:53.799" v="1227" actId="478"/>
          <ac:grpSpMkLst>
            <pc:docMk/>
            <pc:sldMk cId="1304126318" sldId="258"/>
            <ac:grpSpMk id="20" creationId="{CE697DE9-08D4-0EFE-4213-9A5F770B2DF0}"/>
          </ac:grpSpMkLst>
        </pc:grpChg>
        <pc:grpChg chg="add del">
          <ac:chgData name="Patrick Kozyra" userId="b17d1bb0e40929be" providerId="LiveId" clId="{2EC8FC7B-E275-409F-8925-9A0AF9AB0558}" dt="2025-04-29T20:10:53.799" v="1227" actId="478"/>
          <ac:grpSpMkLst>
            <pc:docMk/>
            <pc:sldMk cId="1304126318" sldId="258"/>
            <ac:grpSpMk id="23" creationId="{AF46A06B-38A2-2671-ED3F-2CB2A40022AA}"/>
          </ac:grpSpMkLst>
        </pc:grpChg>
        <pc:grpChg chg="add del">
          <ac:chgData name="Patrick Kozyra" userId="b17d1bb0e40929be" providerId="LiveId" clId="{2EC8FC7B-E275-409F-8925-9A0AF9AB0558}" dt="2025-04-29T20:10:53.799" v="1227" actId="478"/>
          <ac:grpSpMkLst>
            <pc:docMk/>
            <pc:sldMk cId="1304126318" sldId="258"/>
            <ac:grpSpMk id="26" creationId="{C8570178-FACB-59BA-069B-D12FBC7C7B1F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295BAB9-5985-8BAB-2FEC-53FE89722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161D6EF3-5B7B-0FB7-8F6F-50F546D97AA1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61509320-4C61-30D6-2EFA-B7F5C2A1CF83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xmlns="" id="{A9AD27B8-F16D-0AE4-5412-C1297B060B72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xmlns="" id="{D6C738B2-5F01-9C44-66E9-35117965FD5A}"/>
              </a:ext>
            </a:extLst>
          </p:cNvPr>
          <p:cNvGrpSpPr/>
          <p:nvPr/>
        </p:nvGrpSpPr>
        <p:grpSpPr>
          <a:xfrm>
            <a:off x="172382" y="84592"/>
            <a:ext cx="17832198" cy="9973156"/>
            <a:chOff x="0" y="-38100"/>
            <a:chExt cx="4696546" cy="262667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21E33568-5DB5-491B-0A71-1A9C5052E942}"/>
                </a:ext>
              </a:extLst>
            </p:cNvPr>
            <p:cNvSpPr/>
            <p:nvPr/>
          </p:nvSpPr>
          <p:spPr>
            <a:xfrm>
              <a:off x="0" y="0"/>
              <a:ext cx="4696546" cy="2588576"/>
            </a:xfrm>
            <a:custGeom>
              <a:avLst/>
              <a:gdLst/>
              <a:ahLst/>
              <a:cxnLst/>
              <a:rect l="l" t="t" r="r" b="b"/>
              <a:pathLst>
                <a:path w="4696546" h="2588575">
                  <a:moveTo>
                    <a:pt x="22142" y="0"/>
                  </a:moveTo>
                  <a:lnTo>
                    <a:pt x="4674405" y="0"/>
                  </a:lnTo>
                  <a:cubicBezTo>
                    <a:pt x="4686633" y="0"/>
                    <a:pt x="4696546" y="9913"/>
                    <a:pt x="4696546" y="22142"/>
                  </a:cubicBezTo>
                  <a:lnTo>
                    <a:pt x="4696546" y="2566433"/>
                  </a:lnTo>
                  <a:cubicBezTo>
                    <a:pt x="4696546" y="2578662"/>
                    <a:pt x="4686633" y="2588575"/>
                    <a:pt x="4674405" y="2588575"/>
                  </a:cubicBezTo>
                  <a:lnTo>
                    <a:pt x="22142" y="2588575"/>
                  </a:lnTo>
                  <a:cubicBezTo>
                    <a:pt x="9913" y="2588575"/>
                    <a:pt x="0" y="2578662"/>
                    <a:pt x="0" y="2566433"/>
                  </a:cubicBezTo>
                  <a:lnTo>
                    <a:pt x="0" y="22142"/>
                  </a:lnTo>
                  <a:cubicBezTo>
                    <a:pt x="0" y="9913"/>
                    <a:pt x="9913" y="0"/>
                    <a:pt x="22142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xmlns="" id="{F798A41F-8E94-4CAB-F51F-CBA8C6B55FBC}"/>
                </a:ext>
              </a:extLst>
            </p:cNvPr>
            <p:cNvSpPr txBox="1"/>
            <p:nvPr/>
          </p:nvSpPr>
          <p:spPr>
            <a:xfrm>
              <a:off x="0" y="-38100"/>
              <a:ext cx="4696546" cy="26266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xmlns="" id="{23FA24AB-A7D2-B8A5-A97E-FC3688CC71B5}"/>
              </a:ext>
            </a:extLst>
          </p:cNvPr>
          <p:cNvSpPr/>
          <p:nvPr/>
        </p:nvSpPr>
        <p:spPr>
          <a:xfrm flipV="1">
            <a:off x="491607" y="2939409"/>
            <a:ext cx="17193749" cy="0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xmlns="" id="{20143A0E-7618-5F4A-5FDD-CAACBE7CFE13}"/>
              </a:ext>
            </a:extLst>
          </p:cNvPr>
          <p:cNvGrpSpPr/>
          <p:nvPr/>
        </p:nvGrpSpPr>
        <p:grpSpPr>
          <a:xfrm>
            <a:off x="2528435" y="1600194"/>
            <a:ext cx="1306302" cy="1245069"/>
            <a:chOff x="0" y="0"/>
            <a:chExt cx="812800" cy="7747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xmlns="" id="{71101572-CF70-346B-36EB-C7ACB38C3CCE}"/>
                </a:ext>
              </a:extLst>
            </p:cNvPr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xmlns="" id="{3C80C3C3-7387-EB9D-1C1F-C8918E42137D}"/>
                </a:ext>
              </a:extLst>
            </p:cNvPr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xmlns="" id="{CCE9E845-6A0D-AFBF-170F-71C628998CEA}"/>
              </a:ext>
            </a:extLst>
          </p:cNvPr>
          <p:cNvSpPr txBox="1"/>
          <p:nvPr/>
        </p:nvSpPr>
        <p:spPr>
          <a:xfrm>
            <a:off x="3425174" y="1430261"/>
            <a:ext cx="1143386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600" dirty="0" err="1" smtClean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Sauvons</a:t>
            </a:r>
            <a:r>
              <a:rPr lang="en-US" sz="3600" dirty="0" smtClean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du </a:t>
            </a:r>
            <a:r>
              <a:rPr lang="en-US" sz="3600" dirty="0" err="1" smtClean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néant</a:t>
            </a:r>
            <a:r>
              <a:rPr lang="en-US" sz="3600" dirty="0" smtClean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3600" dirty="0" err="1" smtClean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ce</a:t>
            </a:r>
            <a:r>
              <a:rPr lang="en-US" sz="3600" dirty="0" smtClean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3600" dirty="0" err="1" smtClean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que</a:t>
            </a:r>
            <a:r>
              <a:rPr lang="en-US" sz="3600" dirty="0" smtClean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nous </a:t>
            </a:r>
            <a:r>
              <a:rPr lang="en-US" sz="3600" dirty="0" err="1" smtClean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possédons</a:t>
            </a:r>
            <a:r>
              <a:rPr lang="en-US" sz="3600" dirty="0" smtClean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3600" dirty="0" err="1" smtClean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légitimement</a:t>
            </a:r>
            <a:r>
              <a:rPr lang="en-US" sz="3600" dirty="0" smtClean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!</a:t>
            </a:r>
            <a:endParaRPr lang="en-US" sz="3600" dirty="0">
              <a:solidFill>
                <a:srgbClr val="FFFFF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ctr">
              <a:lnSpc>
                <a:spcPts val="5460"/>
              </a:lnSpc>
            </a:pPr>
            <a:r>
              <a:rPr lang="en-US" sz="3900" dirty="0" err="1" smtClean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Citoyens</a:t>
            </a:r>
            <a:r>
              <a:rPr lang="en-US" sz="3900" dirty="0" smtClean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de </a:t>
            </a:r>
            <a:r>
              <a:rPr lang="en-US" sz="3900" dirty="0" err="1" smtClean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l’UE</a:t>
            </a:r>
            <a:r>
              <a:rPr lang="en-US" sz="3900" dirty="0" smtClean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, </a:t>
            </a:r>
            <a:r>
              <a:rPr lang="en-US" sz="3900" dirty="0" err="1" smtClean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signez</a:t>
            </a:r>
            <a:r>
              <a:rPr lang="en-US" sz="3900" dirty="0" smtClean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3900" dirty="0" err="1" smtClean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l’Initiative</a:t>
            </a:r>
            <a:r>
              <a:rPr lang="en-US" sz="3900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!</a:t>
            </a:r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xmlns="" id="{0A9191D7-756E-7080-29C8-A82AAF99A507}"/>
              </a:ext>
            </a:extLst>
          </p:cNvPr>
          <p:cNvGrpSpPr/>
          <p:nvPr/>
        </p:nvGrpSpPr>
        <p:grpSpPr>
          <a:xfrm>
            <a:off x="1306302" y="1600194"/>
            <a:ext cx="1306302" cy="1245069"/>
            <a:chOff x="0" y="0"/>
            <a:chExt cx="812800" cy="7747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xmlns="" id="{FD9EEC17-DC86-D0B3-B317-400DF9EBAFDF}"/>
                </a:ext>
              </a:extLst>
            </p:cNvPr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xmlns="" id="{62E1AB0F-485D-6F44-A75C-39CC1D991761}"/>
                </a:ext>
              </a:extLst>
            </p:cNvPr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xmlns="" id="{D5E32C53-5E99-9C12-267D-06638C096393}"/>
              </a:ext>
            </a:extLst>
          </p:cNvPr>
          <p:cNvGrpSpPr/>
          <p:nvPr/>
        </p:nvGrpSpPr>
        <p:grpSpPr>
          <a:xfrm>
            <a:off x="172382" y="1600194"/>
            <a:ext cx="1306302" cy="1245069"/>
            <a:chOff x="0" y="0"/>
            <a:chExt cx="812800" cy="7747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xmlns="" id="{5D6AA63D-4EF7-BCA3-567E-A367DE2F9E18}"/>
                </a:ext>
              </a:extLst>
            </p:cNvPr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xmlns="" id="{1261C004-A678-13E1-79F4-3788708D6F58}"/>
                </a:ext>
              </a:extLst>
            </p:cNvPr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xmlns="" id="{CE697DE9-08D4-0EFE-4213-9A5F770B2DF0}"/>
              </a:ext>
            </a:extLst>
          </p:cNvPr>
          <p:cNvGrpSpPr/>
          <p:nvPr/>
        </p:nvGrpSpPr>
        <p:grpSpPr>
          <a:xfrm>
            <a:off x="14364986" y="1600194"/>
            <a:ext cx="1306302" cy="1245069"/>
            <a:chOff x="0" y="0"/>
            <a:chExt cx="812800" cy="7747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xmlns="" id="{4D38DE38-0271-C411-6363-F6E03991C9E9}"/>
                </a:ext>
              </a:extLst>
            </p:cNvPr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xmlns="" id="{8D166A5C-9D60-2273-6E55-F7C855CFAF30}"/>
                </a:ext>
              </a:extLst>
            </p:cNvPr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xmlns="" id="{AF46A06B-38A2-2671-ED3F-2CB2A40022AA}"/>
              </a:ext>
            </a:extLst>
          </p:cNvPr>
          <p:cNvGrpSpPr/>
          <p:nvPr/>
        </p:nvGrpSpPr>
        <p:grpSpPr>
          <a:xfrm>
            <a:off x="15499838" y="1600194"/>
            <a:ext cx="1306302" cy="1245069"/>
            <a:chOff x="0" y="0"/>
            <a:chExt cx="812800" cy="7747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xmlns="" id="{F9A907D7-7BC1-47E5-8A27-B1D241DF6CDC}"/>
                </a:ext>
              </a:extLst>
            </p:cNvPr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xmlns="" id="{1E07281F-74D2-90E1-7AED-C1711F467BB4}"/>
                </a:ext>
              </a:extLst>
            </p:cNvPr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xmlns="" id="{C8570178-FACB-59BA-069B-D12FBC7C7B1F}"/>
              </a:ext>
            </a:extLst>
          </p:cNvPr>
          <p:cNvGrpSpPr/>
          <p:nvPr/>
        </p:nvGrpSpPr>
        <p:grpSpPr>
          <a:xfrm>
            <a:off x="16698279" y="1600194"/>
            <a:ext cx="1306302" cy="1245069"/>
            <a:chOff x="0" y="0"/>
            <a:chExt cx="812800" cy="774700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xmlns="" id="{9653B734-7226-BD58-85D7-23F48B5C6357}"/>
                </a:ext>
              </a:extLst>
            </p:cNvPr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xmlns="" id="{E10B96EB-64E3-76F6-5A22-85ED20BD23EA}"/>
                </a:ext>
              </a:extLst>
            </p:cNvPr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Freeform 29">
            <a:extLst>
              <a:ext uri="{FF2B5EF4-FFF2-40B4-BE49-F238E27FC236}">
                <a16:creationId xmlns:a16="http://schemas.microsoft.com/office/drawing/2014/main" xmlns="" id="{2DDD055C-B17A-52AC-CB99-7F66FCA5573D}"/>
              </a:ext>
            </a:extLst>
          </p:cNvPr>
          <p:cNvSpPr/>
          <p:nvPr/>
        </p:nvSpPr>
        <p:spPr>
          <a:xfrm>
            <a:off x="7780164" y="4261956"/>
            <a:ext cx="2851290" cy="2851290"/>
          </a:xfrm>
          <a:custGeom>
            <a:avLst/>
            <a:gdLst/>
            <a:ahLst/>
            <a:cxnLst/>
            <a:rect l="l" t="t" r="r" b="b"/>
            <a:pathLst>
              <a:path w="2851290" h="2851290">
                <a:moveTo>
                  <a:pt x="0" y="0"/>
                </a:moveTo>
                <a:lnTo>
                  <a:pt x="2851290" y="0"/>
                </a:lnTo>
                <a:lnTo>
                  <a:pt x="2851290" y="2851290"/>
                </a:lnTo>
                <a:lnTo>
                  <a:pt x="0" y="2851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xmlns="" id="{9A7947C5-60C8-A33F-831B-445AE0810922}"/>
              </a:ext>
            </a:extLst>
          </p:cNvPr>
          <p:cNvSpPr txBox="1"/>
          <p:nvPr/>
        </p:nvSpPr>
        <p:spPr>
          <a:xfrm>
            <a:off x="1194130" y="2977509"/>
            <a:ext cx="5816329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b="1" dirty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1. </a:t>
            </a:r>
            <a:r>
              <a:rPr lang="en-US" sz="3100" b="1" dirty="0" err="1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Quel</a:t>
            </a:r>
            <a:r>
              <a:rPr lang="en-US" sz="3100" b="1" dirty="0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3100" b="1" dirty="0" err="1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est</a:t>
            </a:r>
            <a:r>
              <a:rPr lang="en-US" sz="3100" b="1" dirty="0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le </a:t>
            </a:r>
            <a:r>
              <a:rPr lang="en-US" sz="3100" b="1" dirty="0" err="1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sujet</a:t>
            </a:r>
            <a:r>
              <a:rPr lang="en-US" sz="3100" b="1" dirty="0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?</a:t>
            </a:r>
            <a:endParaRPr lang="en-US" sz="3100" b="1" dirty="0">
              <a:solidFill>
                <a:srgbClr val="FFDE59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xmlns="" id="{A94B3E0D-C2BB-C85C-914C-FC779FBE305B}"/>
              </a:ext>
            </a:extLst>
          </p:cNvPr>
          <p:cNvSpPr txBox="1"/>
          <p:nvPr/>
        </p:nvSpPr>
        <p:spPr>
          <a:xfrm>
            <a:off x="224903" y="3406933"/>
            <a:ext cx="7599679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Cette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Initiative 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Citoyenne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Européenne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(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officiellement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appelée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'Stop à la destruction des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jeux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vidéo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') vise à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que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les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jeux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fermés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définitivement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, </a:t>
            </a:r>
            <a:b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</a:b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ou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qui ne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sont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plus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supportés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,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soient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laissés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dans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un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état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jouable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pour les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consommateurs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.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Que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soit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à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travers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un plan de “fin-de-vie”, des instructions de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réparation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,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ou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toute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autre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solution plus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pratique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pour les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développeurs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.</a:t>
            </a:r>
            <a:endParaRPr lang="en-US" sz="1500" b="1" dirty="0">
              <a:solidFill>
                <a:srgbClr val="FFFFFF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xmlns="" id="{A91EDBB0-3ED2-BF6B-33B5-03E1835FCEAE}"/>
              </a:ext>
            </a:extLst>
          </p:cNvPr>
          <p:cNvSpPr txBox="1"/>
          <p:nvPr/>
        </p:nvSpPr>
        <p:spPr>
          <a:xfrm>
            <a:off x="2129335" y="5214938"/>
            <a:ext cx="3945919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b="1" dirty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2. </a:t>
            </a:r>
            <a:r>
              <a:rPr lang="en-US" sz="3100" b="1" dirty="0" err="1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Est-ce</a:t>
            </a:r>
            <a:r>
              <a:rPr lang="en-US" sz="3100" b="1" dirty="0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3100" b="1" dirty="0" err="1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officiel</a:t>
            </a:r>
            <a:r>
              <a:rPr lang="en-US" sz="3100" b="1" dirty="0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?</a:t>
            </a:r>
            <a:endParaRPr lang="en-US" sz="3100" b="1" dirty="0">
              <a:solidFill>
                <a:srgbClr val="FFDE59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xmlns="" id="{A719FBC1-23D0-2709-EC62-D0BF179B7B95}"/>
              </a:ext>
            </a:extLst>
          </p:cNvPr>
          <p:cNvSpPr txBox="1"/>
          <p:nvPr/>
        </p:nvSpPr>
        <p:spPr>
          <a:xfrm>
            <a:off x="224903" y="5687144"/>
            <a:ext cx="7451278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Oui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–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c’est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une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Initiative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officielle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de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l’UE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,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hébergée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sur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la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plateforme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en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ligne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dédiée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de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l’Union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Européenne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(liens Internet se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terminant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en </a:t>
            </a:r>
            <a:r>
              <a:rPr lang="en-US" sz="1500" b="1" i="1" dirty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europa.eu</a:t>
            </a:r>
            <a:r>
              <a:rPr lang="en-US" sz="1500" b="1" dirty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). 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/>
            </a:r>
            <a:b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</a:b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n’est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pas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qu’une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pétition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en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ligne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quelconque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: </a:t>
            </a:r>
            <a:b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</a:b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Cette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Initiative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est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soutenue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par de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vrais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Organisateurs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issus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de 7 pays de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l’U.E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. et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sa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création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a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été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formellement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approuvée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par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l’U.E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.. </a:t>
            </a:r>
            <a:endParaRPr lang="en-US" sz="1500" b="1" dirty="0">
              <a:solidFill>
                <a:srgbClr val="FFFFFF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xmlns="" id="{76C23BB8-FDBA-4B11-FC3C-03337B967AB0}"/>
              </a:ext>
            </a:extLst>
          </p:cNvPr>
          <p:cNvSpPr txBox="1"/>
          <p:nvPr/>
        </p:nvSpPr>
        <p:spPr>
          <a:xfrm>
            <a:off x="2091235" y="7458533"/>
            <a:ext cx="4022119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b="1" dirty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3. </a:t>
            </a:r>
            <a:r>
              <a:rPr lang="en-US" sz="3100" b="1" dirty="0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Comment signer?</a:t>
            </a:r>
            <a:endParaRPr lang="en-US" sz="3100" b="1" dirty="0">
              <a:solidFill>
                <a:srgbClr val="FFDE59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xmlns="" id="{40E9F479-F695-0D12-1D0C-CD8AFC1DEA86}"/>
              </a:ext>
            </a:extLst>
          </p:cNvPr>
          <p:cNvSpPr txBox="1"/>
          <p:nvPr/>
        </p:nvSpPr>
        <p:spPr>
          <a:xfrm>
            <a:off x="224903" y="7918286"/>
            <a:ext cx="8347593" cy="17557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Scannez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QR-code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ou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Googlez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'Stop </a:t>
            </a:r>
            <a:r>
              <a:rPr lang="en-US" sz="1500" b="1" dirty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Destroying </a:t>
            </a:r>
            <a:r>
              <a:rPr lang="en-US" sz="1500" b="1" dirty="0" err="1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Videogames'</a:t>
            </a:r>
            <a:r>
              <a:rPr lang="en-US" sz="1500" b="1" dirty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sur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le site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officiel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des Initiatives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Citoyennes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Européennes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.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Cliquez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sur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le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bouton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jaune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où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il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est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écrit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“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soutenir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cette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Initiative”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puis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choisissez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le pays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correspondant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à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votre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nationalité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dans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l’U.E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..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Vérifiez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bien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vos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informations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avant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de signer.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Seuls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les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citoyens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des pays de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l’U.E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.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peuvent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signer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l’Initiative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(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indépendamment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de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leur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lieu de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résidence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). </a:t>
            </a:r>
            <a:endParaRPr lang="en-US" sz="1500" b="1" dirty="0">
              <a:solidFill>
                <a:srgbClr val="FFFFFF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xmlns="" id="{C0814D15-1F91-F039-FD48-2ADDECE716E7}"/>
              </a:ext>
            </a:extLst>
          </p:cNvPr>
          <p:cNvSpPr txBox="1"/>
          <p:nvPr/>
        </p:nvSpPr>
        <p:spPr>
          <a:xfrm>
            <a:off x="10673778" y="2974788"/>
            <a:ext cx="7404220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 dirty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4. </a:t>
            </a:r>
            <a:r>
              <a:rPr lang="en-US" sz="2400" b="1" dirty="0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Si </a:t>
            </a:r>
            <a:r>
              <a:rPr lang="en-US" sz="2400" b="1" dirty="0" err="1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l’initiative</a:t>
            </a:r>
            <a:r>
              <a:rPr lang="en-US" sz="2400" b="1" dirty="0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2400" b="1" dirty="0" err="1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est</a:t>
            </a:r>
            <a:r>
              <a:rPr lang="en-US" sz="2400" b="1" dirty="0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2400" b="1" dirty="0" err="1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validée</a:t>
            </a:r>
            <a:r>
              <a:rPr lang="en-US" sz="2400" b="1" dirty="0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, </a:t>
            </a:r>
            <a:r>
              <a:rPr lang="en-US" sz="2400" b="1" dirty="0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des </a:t>
            </a:r>
            <a:r>
              <a:rPr lang="en-US" sz="2400" b="1" dirty="0" err="1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éditeurs</a:t>
            </a:r>
            <a:r>
              <a:rPr lang="en-US" sz="2400" b="1" dirty="0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ne </a:t>
            </a:r>
            <a:r>
              <a:rPr lang="en-US" sz="2400" b="1" dirty="0" err="1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risquent-ils</a:t>
            </a:r>
            <a:r>
              <a:rPr lang="en-US" sz="2400" b="1" dirty="0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pas de quitter le </a:t>
            </a:r>
            <a:r>
              <a:rPr lang="en-US" sz="2400" b="1" dirty="0" err="1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marché</a:t>
            </a:r>
            <a:r>
              <a:rPr lang="en-US" sz="2400" b="1" dirty="0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2400" b="1" dirty="0" err="1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européen</a:t>
            </a:r>
            <a:r>
              <a:rPr lang="en-US" sz="2400" b="1" dirty="0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?</a:t>
            </a:r>
            <a:endParaRPr lang="en-US" sz="2400" b="1" dirty="0">
              <a:solidFill>
                <a:srgbClr val="FFDE59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xmlns="" id="{8459C7A5-9118-78BF-0B65-87E721B351C0}"/>
              </a:ext>
            </a:extLst>
          </p:cNvPr>
          <p:cNvSpPr txBox="1"/>
          <p:nvPr/>
        </p:nvSpPr>
        <p:spPr>
          <a:xfrm>
            <a:off x="10644198" y="3714740"/>
            <a:ext cx="7280924" cy="39497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C’est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du bluff de la part de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l’industrie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.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Personne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ne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veut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perdre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un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marché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de plus de 450 millions de gens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juste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pour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éviter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de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prévoir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un plan de </a:t>
            </a:r>
            <a:b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</a:b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“fin de vie”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ou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des instructions de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réparation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(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notamment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pour des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jeux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futurs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où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serait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prévu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dès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la phase de conception). </a:t>
            </a:r>
            <a:b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</a:b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Cela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étant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dit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,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l’effet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des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changements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demandés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ne sera de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toute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façon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pas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immédiat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. Les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Organisateurs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et la Commission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européenne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donneraient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bien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entendu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assez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de temps aux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éditeurs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pour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implémenter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les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changement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nécessaires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pour respecter les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nouvelles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règles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. </a:t>
            </a:r>
            <a:b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</a:b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Souvenez-vous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que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cela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s’appliquerait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lors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de la *fin* de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période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d’opération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d’un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jeu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, pas au début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ni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dans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sa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situation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présente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, </a:t>
            </a:r>
            <a:b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</a:b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quelle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qu’elle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puisse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être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,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concernant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les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jeux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vidéo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actifs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.</a:t>
            </a:r>
            <a:endParaRPr lang="en-US" sz="1500" b="1" dirty="0">
              <a:solidFill>
                <a:srgbClr val="FFFFFF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xmlns="" id="{F4DBC707-8781-CEF7-F184-724BCD1FA603}"/>
              </a:ext>
            </a:extLst>
          </p:cNvPr>
          <p:cNvSpPr txBox="1"/>
          <p:nvPr/>
        </p:nvSpPr>
        <p:spPr>
          <a:xfrm>
            <a:off x="7780165" y="2857484"/>
            <a:ext cx="2851289" cy="1513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0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Quelle</a:t>
            </a:r>
            <a:r>
              <a:rPr lang="en-US" sz="40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/>
            </a:r>
            <a:br>
              <a:rPr lang="en-US" sz="40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</a:br>
            <a:r>
              <a:rPr lang="en-US" sz="40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est</a:t>
            </a:r>
            <a:endParaRPr lang="en-US" sz="4000" b="1" dirty="0">
              <a:solidFill>
                <a:srgbClr val="FFFFFF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xmlns="" id="{B41C26E9-2AF5-A181-DE87-2C831AA3C61D}"/>
              </a:ext>
            </a:extLst>
          </p:cNvPr>
          <p:cNvSpPr txBox="1"/>
          <p:nvPr/>
        </p:nvSpPr>
        <p:spPr>
          <a:xfrm>
            <a:off x="7124478" y="7032772"/>
            <a:ext cx="4162662" cy="701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0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l’Alternative</a:t>
            </a:r>
            <a:r>
              <a:rPr lang="en-US" sz="4000" b="1" dirty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?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072562" y="7500954"/>
            <a:ext cx="9332857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2400" b="1" dirty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5. </a:t>
            </a:r>
            <a:r>
              <a:rPr lang="en-US" sz="2400" b="1" dirty="0" err="1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L’implémentation</a:t>
            </a:r>
            <a:r>
              <a:rPr lang="en-US" sz="2400" b="1" dirty="0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de </a:t>
            </a:r>
            <a:r>
              <a:rPr lang="en-US" sz="2400" b="1" dirty="0" err="1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cette</a:t>
            </a:r>
            <a:r>
              <a:rPr lang="en-US" sz="2400" b="1" dirty="0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Initiative </a:t>
            </a:r>
            <a:r>
              <a:rPr lang="en-US" sz="2400" b="1" dirty="0" err="1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est-elle</a:t>
            </a:r>
            <a:r>
              <a:rPr lang="en-US" sz="2400" b="1" dirty="0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2400" b="1" dirty="0" err="1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réaliste</a:t>
            </a:r>
            <a:r>
              <a:rPr lang="en-US" sz="2400" b="1" dirty="0" smtClean="0">
                <a:solidFill>
                  <a:srgbClr val="FFDE5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?</a:t>
            </a:r>
            <a:endParaRPr lang="en-US" sz="2400" b="1" dirty="0">
              <a:solidFill>
                <a:srgbClr val="FFDE59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9715504" y="7936390"/>
            <a:ext cx="8209618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Oui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,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que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demande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cette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Initiative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était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autrefois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le standard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dans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l’industrie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du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jeu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vidéo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jusqu’aux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années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2010 environ, et la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plupart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des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jeux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créés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implémentent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de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telles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mesures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pour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que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les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jeux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restent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jouables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. </a:t>
            </a:r>
            <a:b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</a:b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De plus,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cette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Initiative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n’exige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aucunement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l’abandon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de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droits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de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propriété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intellectuelle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,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ni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ne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requiert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un support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infini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du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jeu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;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simplement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de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découpler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ce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support de la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possibilité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d’utiliser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le </a:t>
            </a:r>
            <a:r>
              <a:rPr lang="en-US" sz="1500" b="1" dirty="0" err="1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produit</a:t>
            </a:r>
            <a:r>
              <a:rPr lang="en-US" sz="1500" b="1" dirty="0" smtClean="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.</a:t>
            </a:r>
            <a:endParaRPr lang="en-US" sz="1500" b="1" dirty="0">
              <a:solidFill>
                <a:srgbClr val="FFFFFF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</p:txBody>
      </p:sp>
      <p:grpSp>
        <p:nvGrpSpPr>
          <p:cNvPr id="52" name="Groupe 51"/>
          <p:cNvGrpSpPr/>
          <p:nvPr/>
        </p:nvGrpSpPr>
        <p:grpSpPr>
          <a:xfrm>
            <a:off x="-517724" y="304806"/>
            <a:ext cx="19212410" cy="1231940"/>
            <a:chOff x="-517724" y="304806"/>
            <a:chExt cx="19212410" cy="1231940"/>
          </a:xfrm>
        </p:grpSpPr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33290165-EDB9-0C45-02EF-10B27AE715D7}"/>
                </a:ext>
              </a:extLst>
            </p:cNvPr>
            <p:cNvSpPr txBox="1"/>
            <p:nvPr/>
          </p:nvSpPr>
          <p:spPr>
            <a:xfrm>
              <a:off x="-517724" y="304806"/>
              <a:ext cx="19212410" cy="12319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500"/>
                </a:lnSpc>
              </a:pPr>
              <a:r>
                <a:rPr lang="en-US" sz="6100" dirty="0" smtClean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STOP A L’AMBIGUITE LEGALE SUR LA PROPRIETE DES JEUX VIDEO</a:t>
              </a:r>
              <a:endParaRPr lang="en-US" sz="6100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cxnSp>
          <p:nvCxnSpPr>
            <p:cNvPr id="45" name="Connecteur droit 44"/>
            <p:cNvCxnSpPr/>
            <p:nvPr/>
          </p:nvCxnSpPr>
          <p:spPr>
            <a:xfrm rot="16200000" flipH="1">
              <a:off x="1857324" y="500030"/>
              <a:ext cx="142876" cy="142876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eur droit 45"/>
            <p:cNvCxnSpPr/>
            <p:nvPr/>
          </p:nvCxnSpPr>
          <p:spPr>
            <a:xfrm rot="5400000">
              <a:off x="6429356" y="500030"/>
              <a:ext cx="214314" cy="214314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eur droit 47"/>
            <p:cNvCxnSpPr/>
            <p:nvPr/>
          </p:nvCxnSpPr>
          <p:spPr>
            <a:xfrm rot="5400000">
              <a:off x="12430148" y="500030"/>
              <a:ext cx="214314" cy="214314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eur droit 48"/>
            <p:cNvCxnSpPr/>
            <p:nvPr/>
          </p:nvCxnSpPr>
          <p:spPr>
            <a:xfrm rot="5400000">
              <a:off x="13073090" y="500030"/>
              <a:ext cx="214314" cy="214314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/>
            <p:cNvCxnSpPr/>
            <p:nvPr/>
          </p:nvCxnSpPr>
          <p:spPr>
            <a:xfrm rot="5400000">
              <a:off x="17359370" y="500030"/>
              <a:ext cx="214314" cy="214314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eur droit 50"/>
            <p:cNvCxnSpPr/>
            <p:nvPr/>
          </p:nvCxnSpPr>
          <p:spPr>
            <a:xfrm rot="5400000">
              <a:off x="5572100" y="500030"/>
              <a:ext cx="214314" cy="214314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304126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262</Words>
  <Application>Microsoft Office PowerPoint</Application>
  <PresentationFormat>Personnalisé</PresentationFormat>
  <Paragraphs>15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Arial</vt:lpstr>
      <vt:lpstr>Calibri</vt:lpstr>
      <vt:lpstr>DM Serif Display</vt:lpstr>
      <vt:lpstr>Merriweather Bold</vt:lpstr>
      <vt:lpstr>Anton</vt:lpstr>
      <vt:lpstr>Office Theme</vt:lpstr>
      <vt:lpstr>Diapositive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MORE DUBIOUS VIDEOGAME OWNERSHIP RIGHTS</dc:title>
  <dc:creator>Patrick Kozyra</dc:creator>
  <cp:lastModifiedBy>SNOUPS4</cp:lastModifiedBy>
  <cp:revision>10</cp:revision>
  <dcterms:created xsi:type="dcterms:W3CDTF">2006-08-16T00:00:00Z</dcterms:created>
  <dcterms:modified xsi:type="dcterms:W3CDTF">2025-05-19T19:46:03Z</dcterms:modified>
  <dc:identifier>DAGklwxBvKM</dc:identifier>
</cp:coreProperties>
</file>